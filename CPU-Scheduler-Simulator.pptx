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  <p:embeddedFont>
      <p:font typeface="Outfit Extra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78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8215" y="1962615"/>
            <a:ext cx="3891775" cy="38917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36307" y="1962615"/>
            <a:ext cx="79153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  An Intelligent CPU Scheduler Simulator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</a:rPr>
              <a:t> (SCHEDSIM)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powerful tool built with Flutter &amp; Dart to simulate various CPU scheduling algorithms.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3628" b="-490"/>
          <a:stretch>
            <a:fillRect/>
          </a:stretch>
        </p:blipFill>
        <p:spPr>
          <a:xfrm>
            <a:off x="9556595" y="496958"/>
            <a:ext cx="4176113" cy="72642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4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33456"/>
            <a:ext cx="3664744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35493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3075146"/>
            <a:ext cx="3139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Built with Flutter &amp; Dart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565565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Modern, cross-platform development for seamless experience.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933456"/>
            <a:ext cx="3664863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</a:t>
            </a:r>
          </a:p>
        </p:txBody>
      </p:sp>
      <p:sp>
        <p:nvSpPr>
          <p:cNvPr id="10" name="Shape 6"/>
          <p:cNvSpPr/>
          <p:nvPr/>
        </p:nvSpPr>
        <p:spPr>
          <a:xfrm>
            <a:off x="4919782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6948" y="235493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782" y="3075146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Simulates Key Algorithms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9782" y="391989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FCFS, SJF, SRTF, RR, MLQ, Priority scheduling methods.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115520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8224" y="53499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5537002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224" y="6257211"/>
            <a:ext cx="3127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Visualizes Performance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8224" y="674762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Displays Gantt charts, context switching, and performance metrics.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2978" b="39371"/>
          <a:stretch>
            <a:fillRect/>
          </a:stretch>
        </p:blipFill>
        <p:spPr>
          <a:xfrm>
            <a:off x="578948" y="184838"/>
            <a:ext cx="3057379" cy="39299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2909" y="507921"/>
            <a:ext cx="7850981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Backend: The Brains Behind the Simulation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32909" y="1939409"/>
            <a:ext cx="7850981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backend is the core engine, implementing all CPU scheduling algorithms and handling complex calculations.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32909" y="2737961"/>
            <a:ext cx="7850981" cy="1109663"/>
          </a:xfrm>
          <a:prstGeom prst="roundRect">
            <a:avLst>
              <a:gd name="adj" fmla="val 9888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10049" y="2737961"/>
            <a:ext cx="91440" cy="1109663"/>
          </a:xfrm>
          <a:prstGeom prst="roundRect">
            <a:avLst>
              <a:gd name="adj" fmla="val 84845"/>
            </a:avLst>
          </a:prstGeom>
          <a:solidFill>
            <a:srgbClr val="5E4CE6"/>
          </a:solidFill>
          <a:ln/>
        </p:spPr>
      </p:sp>
      <p:sp>
        <p:nvSpPr>
          <p:cNvPr id="7" name="Text 4"/>
          <p:cNvSpPr/>
          <p:nvPr/>
        </p:nvSpPr>
        <p:spPr>
          <a:xfrm>
            <a:off x="6409015" y="2945487"/>
            <a:ext cx="2871311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Algorithm Implementation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9015" y="3344704"/>
            <a:ext cx="7367349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Manages FCFS, SJF, SRTF, RR, MLQ and Priority scheduling logic.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32909" y="4032290"/>
            <a:ext cx="7850981" cy="1109663"/>
          </a:xfrm>
          <a:prstGeom prst="roundRect">
            <a:avLst>
              <a:gd name="adj" fmla="val 9888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10049" y="4032290"/>
            <a:ext cx="91440" cy="1109663"/>
          </a:xfrm>
          <a:prstGeom prst="roundRect">
            <a:avLst>
              <a:gd name="adj" fmla="val 84845"/>
            </a:avLst>
          </a:prstGeom>
          <a:solidFill>
            <a:srgbClr val="5E4CE6"/>
          </a:solidFill>
          <a:ln/>
        </p:spPr>
      </p:sp>
      <p:sp>
        <p:nvSpPr>
          <p:cNvPr id="11" name="Text 8"/>
          <p:cNvSpPr/>
          <p:nvPr/>
        </p:nvSpPr>
        <p:spPr>
          <a:xfrm>
            <a:off x="6409015" y="4239816"/>
            <a:ext cx="2308979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Processing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9015" y="4639032"/>
            <a:ext cx="7367349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PID, Arrival Time, Burst Time, and Priority for each process.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2909" y="5326618"/>
            <a:ext cx="7850981" cy="1109663"/>
          </a:xfrm>
          <a:prstGeom prst="roundRect">
            <a:avLst>
              <a:gd name="adj" fmla="val 9888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10049" y="5326618"/>
            <a:ext cx="91440" cy="1109663"/>
          </a:xfrm>
          <a:prstGeom prst="roundRect">
            <a:avLst>
              <a:gd name="adj" fmla="val 84845"/>
            </a:avLst>
          </a:prstGeom>
          <a:solidFill>
            <a:srgbClr val="5E4CE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9015" y="5534144"/>
            <a:ext cx="2308979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9015" y="5933361"/>
            <a:ext cx="7367349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Computes execution order, waiting time, and turnaround time.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32909" y="6620947"/>
            <a:ext cx="7850981" cy="1109663"/>
          </a:xfrm>
          <a:prstGeom prst="roundRect">
            <a:avLst>
              <a:gd name="adj" fmla="val 9888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10049" y="6620947"/>
            <a:ext cx="91440" cy="1109663"/>
          </a:xfrm>
          <a:prstGeom prst="roundRect">
            <a:avLst>
              <a:gd name="adj" fmla="val 84845"/>
            </a:avLst>
          </a:prstGeom>
          <a:solidFill>
            <a:srgbClr val="5E4CE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9015" y="6828473"/>
            <a:ext cx="2308979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Gantt Chart Data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09015" y="7227689"/>
            <a:ext cx="7367349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Generates structured data for visual representation on the frontend.</a:t>
            </a:r>
            <a:endParaRPr lang="en-US" sz="1450" dirty="0"/>
          </a:p>
        </p:txBody>
      </p:sp>
      <p:pic>
        <p:nvPicPr>
          <p:cNvPr id="22" name="Picture 21" descr="A screenshot of a phone">
            <a:extLst>
              <a:ext uri="{FF2B5EF4-FFF2-40B4-BE49-F238E27FC236}">
                <a16:creationId xmlns:a16="http://schemas.microsoft.com/office/drawing/2014/main" id="{215FCA79-9360-975D-1D9D-C9F312CA8B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29" b="40041"/>
          <a:stretch>
            <a:fillRect/>
          </a:stretch>
        </p:blipFill>
        <p:spPr>
          <a:xfrm>
            <a:off x="2146311" y="4239816"/>
            <a:ext cx="2980032" cy="37228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8740" y="572810"/>
            <a:ext cx="7450574" cy="5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 Architecture: How It Works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08740" y="1395174"/>
            <a:ext cx="7899321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backend is structured into key components that work together to deliver accurate simulations.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484" y="1879521"/>
            <a:ext cx="7041713" cy="52928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13381" y="4415643"/>
            <a:ext cx="1284205" cy="58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Simulation Pipeline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334469" y="5626600"/>
            <a:ext cx="1910482" cy="58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Scheduling Engine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334469" y="6297415"/>
            <a:ext cx="1910482" cy="46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FCFS, SJF, SRTF, RR, MLQ, Priority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855412" y="5744058"/>
            <a:ext cx="1910483" cy="58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Output Generator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855412" y="6414872"/>
            <a:ext cx="1910483" cy="23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Timeline, Metrics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068838" y="2419350"/>
            <a:ext cx="1962688" cy="29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Process Model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068838" y="2796520"/>
            <a:ext cx="1962688" cy="23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PID, AT, BT, Priority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08740" y="7372350"/>
            <a:ext cx="7899321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modular design ensures efficient processing and clear separation of concerns.</a:t>
            </a:r>
            <a:endParaRPr lang="en-US" sz="1400" dirty="0"/>
          </a:p>
        </p:txBody>
      </p:sp>
      <p:pic>
        <p:nvPicPr>
          <p:cNvPr id="15" name="Picture 14" descr="A screenshot of a cell phone">
            <a:extLst>
              <a:ext uri="{FF2B5EF4-FFF2-40B4-BE49-F238E27FC236}">
                <a16:creationId xmlns:a16="http://schemas.microsoft.com/office/drawing/2014/main" id="{5B9080D3-0A26-FBD6-DAF8-D6312DEB51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52" b="17479"/>
          <a:stretch>
            <a:fillRect/>
          </a:stretch>
        </p:blipFill>
        <p:spPr>
          <a:xfrm>
            <a:off x="765902" y="648860"/>
            <a:ext cx="3691017" cy="6523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927" y="438388"/>
            <a:ext cx="7632621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 Workflow: From Input to Output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27" y="1255514"/>
            <a:ext cx="47827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5626" y="1414939"/>
            <a:ext cx="201632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Inputs Processes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195626" y="1759625"/>
            <a:ext cx="12876848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Initial data entry for process parameters.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04" y="2371487"/>
            <a:ext cx="47827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4703" y="253091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Algorithm Selected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434703" y="2875597"/>
            <a:ext cx="12637770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chooses the desired scheduling algorithm.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01" y="3487460"/>
            <a:ext cx="47827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73900" y="3646884"/>
            <a:ext cx="227707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 Processes Data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673900" y="3991570"/>
            <a:ext cx="123985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Loads and processes the list of user-defined processes.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78" y="4603433"/>
            <a:ext cx="47827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12977" y="4762857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Algorithm Execution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912977" y="5107543"/>
            <a:ext cx="1215949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chosen algorithm runs, creating the execution timeline.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01" y="5719405"/>
            <a:ext cx="47827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73900" y="5878830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Metrics Calculation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673900" y="6223516"/>
            <a:ext cx="1239857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Waiting and turnaround times are calculated.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04" y="6835378"/>
            <a:ext cx="478274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34703" y="6994803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Results to Frontend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1434703" y="7339489"/>
            <a:ext cx="12637770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Processed data is sent to the UI for display.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8883" y="464106"/>
            <a:ext cx="5675471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Frontend: The User Interface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88883" y="1242298"/>
            <a:ext cx="796623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Flutter UI provides an intuitive interface for user interaction and result visualization.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883" y="1700689"/>
            <a:ext cx="420648" cy="4206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8883" y="2331601"/>
            <a:ext cx="210335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Intuitive UI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88883" y="2695456"/>
            <a:ext cx="796623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 with Flutter for a responsive and engaging user experience.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883" y="3301008"/>
            <a:ext cx="420648" cy="4206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8883" y="3931920"/>
            <a:ext cx="210335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Inputs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88883" y="4295775"/>
            <a:ext cx="796623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Allows users to easily input process parameters.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8883" y="4901327"/>
            <a:ext cx="420648" cy="4206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8883" y="5532239"/>
            <a:ext cx="210335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Visual Displays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88883" y="5896094"/>
            <a:ext cx="796623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Clearly shows Gantt charts, waiting, and turnaround times.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8883" y="6501646"/>
            <a:ext cx="420648" cy="4206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8883" y="7132558"/>
            <a:ext cx="210335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 Widgets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588883" y="7496413"/>
            <a:ext cx="796623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Utilizes custom UI components for enhanced functionality.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1900"/>
            <a:ext cx="86923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 Structure: Components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743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frontend is composed of several key UI components designed for clarity and ease of use.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3252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00204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26923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28625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Algorithm Dropdown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08991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Select desired CPU scheduling algorithm.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03252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16962" y="300204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4860" y="26923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933" y="28625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Process Input Table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408991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 process details like PID, arrival, and burst times.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032522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300204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26923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28625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Simulate Button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408991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Initiate the simulation process.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5639991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93790" y="560951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540" y="529982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25" name="Text 23"/>
          <p:cNvSpPr/>
          <p:nvPr/>
        </p:nvSpPr>
        <p:spPr>
          <a:xfrm>
            <a:off x="3861614" y="546996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51084" y="6206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Gantt Chart Widget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084" y="669738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 representation of process execution over time.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428548" y="5639991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28548" y="560951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92298" y="529982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31" name="Text 29"/>
          <p:cNvSpPr/>
          <p:nvPr/>
        </p:nvSpPr>
        <p:spPr>
          <a:xfrm>
            <a:off x="10496371" y="546996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685842" y="6206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Results Panel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685842" y="669738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Displays calculated waiting and turnaround times.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8158"/>
            <a:ext cx="10669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Gantt Chart Rendering: Visualizing Time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05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frontend efficiently renders the Gantt chart, translating backend data into a clear visual timeline.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4269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Gantt chart is dynamically built using Flutter widgets, where each process's execution is represented by a colored bar.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257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Crucially, the frontend is responsible only for drawing the data; all complex calculations and timeline generation are handled by the backend.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3493770"/>
            <a:ext cx="4885015" cy="30225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7933134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 Workflow: User Interaction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438" y="1452563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943" y="1832848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567339" y="163687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Select Algorithm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67339" y="2035612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chooses a scheduling method.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5438" y="274331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5943" y="3123605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567339" y="2927628"/>
            <a:ext cx="2344936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Input Data &amp; Simulate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67339" y="332636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Enters process details and clicks "Simulate".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5438" y="4034076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43" y="4414361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567339" y="4218384"/>
            <a:ext cx="2398514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 Returns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67339" y="4617125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Timeline and metrics are sent back to the UI.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5438" y="5324832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43" y="5705118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567339" y="550914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UI Renders Results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67339" y="5907881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Gantt chart bars and performance metrics are displayed.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5438" y="661558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43" y="6995874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567339" y="679989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Save/Load JSON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67339" y="719863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Option to save or load simulation configurations.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9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Summary: A Complete Simulation Solution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34678"/>
            <a:ext cx="7556421" cy="3717846"/>
          </a:xfrm>
          <a:prstGeom prst="roundRect">
            <a:avLst>
              <a:gd name="adj" fmla="val 256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3142298"/>
            <a:ext cx="3770590" cy="2032754"/>
          </a:xfrm>
          <a:prstGeom prst="roundRect">
            <a:avLst>
              <a:gd name="adj" fmla="val 4687"/>
            </a:avLst>
          </a:prstGeom>
          <a:solidFill>
            <a:srgbClr val="E9E6FA"/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3369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59530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powerful computation engine, handling all algorithms and metrics.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572000" y="3142298"/>
            <a:ext cx="3770590" cy="2032754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3142298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0" name="Text 7"/>
          <p:cNvSpPr/>
          <p:nvPr/>
        </p:nvSpPr>
        <p:spPr>
          <a:xfrm>
            <a:off x="4798814" y="3369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98814" y="3859530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intuitive visualization interface, presenting results clearly.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5175052"/>
            <a:ext cx="7541181" cy="1669852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801410" y="5175052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4" name="Text 11"/>
          <p:cNvSpPr/>
          <p:nvPr/>
        </p:nvSpPr>
        <p:spPr>
          <a:xfrm>
            <a:off x="1028224" y="540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Together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8224" y="5892284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comprehensive OS scheduling simulator, built for clarity and understanding.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616</Words>
  <Application>Microsoft Office PowerPoint</Application>
  <PresentationFormat>Custom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Arimo</vt:lpstr>
      <vt:lpstr>Arial</vt:lpstr>
      <vt:lpstr>Outfit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BISWAJEET KUMAR</cp:lastModifiedBy>
  <cp:revision>4</cp:revision>
  <dcterms:created xsi:type="dcterms:W3CDTF">2025-11-13T16:11:50Z</dcterms:created>
  <dcterms:modified xsi:type="dcterms:W3CDTF">2025-11-13T16:35:05Z</dcterms:modified>
</cp:coreProperties>
</file>